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811B8-16B7-0892-67FC-A7836992E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6BA22-73A2-399D-01ED-263FA54A5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A1E8D-5BF2-4F28-0CC7-E4DDD2E5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1BCD1-6427-1B02-850A-F47A9494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CD350-8587-9C7D-5CA4-834EDAF7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84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4043-71DA-B86E-B100-0B0ED629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93D93-2433-4801-43FE-23E3D399F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2188E-58FB-01F2-0DB5-77CCAED4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13B94-0C6A-4746-04A0-65F98370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71314-938D-2C16-FA11-4F5E805B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3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353C-A218-E4F8-9410-61B23C3E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28172-DECA-7473-E330-F7425BF72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1C784-5E44-490D-03D4-76AEF7D6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37FE9-3D3B-417A-C06A-7DB9ACDF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CAB61-C471-0FE7-509C-1D6740C7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38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5365-F872-D188-A6BF-B18A55C5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EEAE7-7B06-F88F-030C-0AC835B16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9C7B7-9A5A-CBE8-C918-6FFA1C9F0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8C107-48DB-6C49-8FCE-00528E9E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BE894-D4DC-7199-BA61-E6298F9F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394B4-9FBE-56F8-0F25-98E63351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41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5DEB-665C-1C00-DA37-98563966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FF58C-EAF9-69CD-B521-902F7C512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FC88C-6A6B-B9CD-33C4-47CFAB1D6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B8A15-183A-399C-A0D5-FC72CEA81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139AC-CB89-5641-A9B2-B8B44C72D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9C2D3-B657-0D2E-DEC2-C1162A921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95808-D6B8-B9AA-1DE0-5E0B6568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C4880-F029-2219-2998-A784F946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22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B2EE-40D3-3F21-B1B7-82315A82F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3D236F-B765-E12A-9933-E81BBED3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9CE09-9458-A6E8-D367-92BF1B6C5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8468A-C3A5-F691-9742-73B6D66D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4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976A4-050E-7060-174A-50BC1C7D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C3A28-3E93-642A-CF2B-7E71C1FB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F638B-B79E-79D9-A254-D2C31867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643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FB56-D668-F782-FB29-E55B63C5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404AC-6D08-366F-2929-2A0648177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C9CD0-DAFC-BDBF-7EA3-45444D410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E2AAA-7BB6-A6BB-D299-7CBD0AE1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E752B-B3D3-B134-ECD6-ADC2C4E9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FEC2B-1786-CD49-3802-A1AD86AB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84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3C44-0820-D852-FC8F-72E3A848D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C3BA84-7E98-AAB7-0D39-5E23D3013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55A06-8724-71F9-264F-5DAAC96F4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AD6D1-9AF6-0BDD-1E47-C3FB4C84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BB1BF-AECD-8FC1-E22C-16F57B52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295EB-16AB-587B-589A-359E49A0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91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884-D91E-A828-A766-4CA7079F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DB096-BD03-C6C6-0737-4B40EBEB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F0DB4-DED8-87E4-8A10-A5C91A13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5F17C-59CF-9F9A-57BB-0B2209B1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8003-1982-6EF3-9D63-95304371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95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1C1C8-7B50-3031-38A1-DAC2C595A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9FDE4-BB40-6632-03A5-116C5FE19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0124E-7DBC-8BEE-D9FE-DB528918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4E6BA-1339-9606-BB89-6B65DD2D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25AA2-5383-1E21-5F5A-9B888926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8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9037A6-BF87-83D9-30B6-0D6742ED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6E772-82F6-6C02-0081-2651D342D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892C9-FFC8-1211-6229-4BA9D0E7F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899C9-F033-44E7-8B49-85216671E2C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C62ED-9841-5083-1B01-88151E493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CA69D-C9A5-9D7E-E4FD-221575EF2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449DD-06DA-466B-9D25-648B8D24E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00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503A-8E32-76DD-0B38-71FD3E4FAA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C3DC8-35B7-3096-D3D2-8F6CDDC2A3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DDC6A22-54FC-02ED-B51A-E4B6AD5B0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20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69440-D5A0-28C4-1706-A0511C2B81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D4247-B3CB-B886-E77F-415652A05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8FB8C-E300-B305-A9F7-8E4E34B5D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740"/>
            <a:ext cx="12192000" cy="624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9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0DE5-A7EF-E571-7958-59A5C57886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0F4E8-F550-864E-F294-D437AFF12D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529A5-7350-D27B-F510-6FA84A2FB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411"/>
            <a:ext cx="12192000" cy="630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7CE35-0BA7-5750-9AAD-4FC367338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AB5DF-C7EB-A956-2B8C-1E5B0B92C4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76E08-8AFD-C065-9DDA-70C1C18F3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678"/>
            <a:ext cx="12192000" cy="630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58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9F72-65D2-4131-C44E-0EA3B904A1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0931E-56C3-A48C-F115-0ED8968B92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AA3A9-2BCD-7AE6-6399-CEBE1C102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725"/>
            <a:ext cx="12192000" cy="619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09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0ECBB-EE41-B915-3422-D8C0AD09A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C6F98-8A4C-3019-AFC1-A48EF0BB36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81A85-D555-B046-B593-C03445300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8148"/>
            <a:ext cx="12192000" cy="624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9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7D8D8-50E1-F3EE-A879-3FCE7A5B77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2E23F-2B4C-0D9C-F261-25E226FDC9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2F1D2-D7AE-365B-CF95-991D8E731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0553"/>
            <a:ext cx="12192000" cy="623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36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1E4D-5CFD-0B2E-E7D8-976AB6964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F0CB3-DFBF-E73D-2310-1B6E534209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7D4E1-C16A-AB48-5908-FA898D742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133"/>
            <a:ext cx="12192000" cy="637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04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0446-9489-B17C-F022-2985EF3DA2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60044-6F56-5265-A69E-D03A5A992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24D1D-0845-37F6-CF26-3414A59C5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080"/>
            <a:ext cx="12192000" cy="63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5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5087-32B9-2792-4E83-99D216FB16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78170-EC81-A7CF-F190-3D900AF77D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90934-BC8F-A9E7-2659-7D7141A3E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48"/>
            <a:ext cx="12192000" cy="63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7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EF77-DD11-0C52-019C-319A757374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DF01D-DF3A-720E-F5A2-8710201486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7EB35-D9CD-3B92-474F-3029A5F9E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911"/>
            <a:ext cx="12192000" cy="657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16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30F6-3537-F47F-B7BB-DA33B9DD96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308C9-6C9E-A09B-2F8A-A32520E69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2830C-7D74-1C61-0D79-EC9CA24EB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51" y="0"/>
            <a:ext cx="116703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59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Shanmukh Sahukari</dc:creator>
  <cp:lastModifiedBy>Shanmukh Sahukari</cp:lastModifiedBy>
  <cp:revision>1</cp:revision>
  <dcterms:created xsi:type="dcterms:W3CDTF">2025-11-25T15:32:55Z</dcterms:created>
  <dcterms:modified xsi:type="dcterms:W3CDTF">2025-11-25T15:38:25Z</dcterms:modified>
</cp:coreProperties>
</file>